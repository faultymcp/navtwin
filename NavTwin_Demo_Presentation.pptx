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NavTwin – Sensory‑Safe Navigation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personalized, explainable cyber twin for autistic-friendly wayfinding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 sensory overload while reaching destinations on time</a:t>
            </a:r>
          </a:p>
          <a:p>
            <a:r>
              <a:t>Keep user preferences stable &amp; explicit (noise/light/crowd/pacing/language)</a:t>
            </a:r>
          </a:p>
          <a:p>
            <a:r>
              <a:t>Provide stepwise, literal guidance with transparent reasoning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 &amp;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 map (indoor/outdoor), edges = segments, nodes = decisions</a:t>
            </a:r>
          </a:p>
          <a:p>
            <a:r>
              <a:t>Sensors: noise (dBA), light (lux), crowd proxies; optional HR/EDA</a:t>
            </a:r>
          </a:p>
          <a:p>
            <a:r>
              <a:t>User profile: limits &amp; preferences; context: time of 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Logic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Fuse signals → predict conditions per segment</a:t>
            </a:r>
          </a:p>
          <a:p>
            <a:r>
              <a:t>Personal twin θ = thresholds + discomfort weights + guidance style</a:t>
            </a:r>
          </a:p>
          <a:p>
            <a:r>
              <a:t>Plan route with A* over a sensory-aware cost; log an explanation trace</a:t>
            </a:r>
          </a:p>
          <a:p>
            <a:r>
              <a:t>Adapt if stress rises: suggest breaks, tighten limits temporarily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Function (Pseudo‑Code)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cost(e,t; θ) = α·base + β·risk(&gt; limits) + γ·discomfort + δ·uncertainty + ζ·turns</a:t>
            </a:r>
            <a:br/>
            <a:br/>
            <a:r>
              <a:rPr sz="1400">
                <a:latin typeface="Consolas"/>
              </a:rPr>
              <a:t>risk = I(noise&gt;τ_noise) + I(light&gt;τ_light) + I(crowd&gt;τ_crowd)</a:t>
            </a:r>
            <a:br/>
            <a:r>
              <a:rPr sz="1400">
                <a:latin typeface="Consolas"/>
              </a:rPr>
              <a:t>discomfort = max(0,noise-τ_noise)·w_noise</a:t>
            </a:r>
            <a:br/>
            <a:r>
              <a:rPr sz="1400">
                <a:latin typeface="Consolas"/>
              </a:rPr>
              <a:t>           + max(0,light-τ_light)·w_light</a:t>
            </a:r>
            <a:br/>
            <a:r>
              <a:rPr sz="1400">
                <a:latin typeface="Consolas"/>
              </a:rPr>
              <a:t>           + max(0,crowd-τ_crowd)·w_crowd</a:t>
            </a:r>
            <a:br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&amp; Explanation (Pseudo‑Code)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Consolas"/>
              </a:rPr>
              <a:t>path, trace = A_star(G, s, g, edge_cost, collect_explanations=True)</a:t>
            </a:r>
            <a:br/>
            <a:r>
              <a:rPr sz="1400">
                <a:latin typeface="Consolas"/>
              </a:rPr>
              <a:t># 'trace' lists top hotspots avoided &amp; calm segments chosen for the UI's 'Why' panel.</a:t>
            </a:r>
            <a:br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Preset: Quietest → watch path minimize sensory load</a:t>
            </a:r>
          </a:p>
          <a:p>
            <a:r>
              <a:t>Click Next step: Trust ↑, Stress responds to local noise</a:t>
            </a:r>
          </a:p>
          <a:p>
            <a:r>
              <a:t>Toggle overlays (Noise/Light/Crowd) to visualize reasoning</a:t>
            </a:r>
          </a:p>
          <a:p>
            <a:r>
              <a:t>Show 'Why this route?' bullets updating live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&amp;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Local‑first computations; consent gates for any sharing</a:t>
            </a:r>
          </a:p>
          <a:p>
            <a:r>
              <a:t>Audit trail of explanations; predictable language templates</a:t>
            </a:r>
          </a:p>
          <a:p>
            <a:r>
              <a:t>Fail‑safes: high uncertainty → ask to switch to standard routing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 BLE beacons / occupancy counters</a:t>
            </a:r>
          </a:p>
          <a:p>
            <a:r>
              <a:t>Wearable HR/EDA hooks; proactive detour/break suggestions</a:t>
            </a:r>
          </a:p>
          <a:p>
            <a:r>
              <a:t>Campus → workplace → transit pilots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411</Words>
  <Application>Microsoft Office PowerPoint</Application>
  <PresentationFormat>On-screen Show (4:3)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NavTwin – Sensory‑Safe Navigation</vt:lpstr>
      <vt:lpstr>Problem &amp; Goal</vt:lpstr>
      <vt:lpstr>Inputs &amp; Signals</vt:lpstr>
      <vt:lpstr>Core Logic (High Level)</vt:lpstr>
      <vt:lpstr>Cost Function (Pseudo‑Code)</vt:lpstr>
      <vt:lpstr>Routing &amp; Explanation (Pseudo‑Code)</vt:lpstr>
      <vt:lpstr>Demo Flow</vt:lpstr>
      <vt:lpstr>Privacy &amp; Safety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vyshnavi muniganti</cp:lastModifiedBy>
  <cp:revision>3</cp:revision>
  <dcterms:created xsi:type="dcterms:W3CDTF">2013-01-27T09:14:16Z</dcterms:created>
  <dcterms:modified xsi:type="dcterms:W3CDTF">2025-10-02T19:58:55Z</dcterms:modified>
  <cp:category/>
</cp:coreProperties>
</file>